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93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9DA4"/>
                </a:solidFill>
                <a:latin typeface="微軟正黑體"/>
              </a:rPr>
              <a:t>韌體開發效率提案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微軟正黑體"/>
              </a:rPr>
              <a:t>sensAI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微軟正黑體"/>
              </a:rPr>
              <a:t>ARM / Andes AndeStar V5 韌體專用的 AI Code Review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8C4D8"/>
                </a:solidFill>
                <a:latin typeface="微軟正黑體"/>
              </a:rPr>
              <a:t>把團隊的硬體知識寫成規則，在存檔當下就攔下缺陷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72000"/>
            <a:ext cx="2194560" cy="2286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646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VS Code 擴充　v0.5.1　·　已在實機專案驗證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報告人：kevin.tsou　·　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一頁摘要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實戰命中的潛伏缺陷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一行被註解掉的 return，存檔後 66 秒攔下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584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66 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單檔完整審查耗時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自動觸發、背景執行，不影響編輯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10 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團隊硬體規則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DMA cache／W1C／ISR／ABI，隨專案進版控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33688" y="1572768"/>
            <a:ext cx="269748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368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1700784"/>
            <a:ext cx="23865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194560"/>
            <a:ext cx="23865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外購授權成本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自行開發，96 項自動化測試全數通過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54096"/>
            <a:ext cx="11064240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2004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問題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633"/>
                </a:solidFill>
                <a:latin typeface="微軟正黑體"/>
              </a:rPr>
              <a:t>韌體缺陷的代價不在「寫錯」，在「三天後才在板子上發現」。DMA cache、W1C 暫存器、ISR 安全性、組語 ABI 這類問題屬於各專案的硬體知識，通用 AI 工具與 code review 都不一定看得出來。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做法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・把團隊的硬體慣例寫成自然語言規則，隨專案進版控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・存檔且相對 git HEAD 有改動時自動審查，無需人工操作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・每則意見必須交代觸發條件、後果、程式碼依據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・只提供意見、不畫紅線、不自動改碼 —— 判斷權留在工程師手上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目前狀態與請求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・v0.5.1 已可安裝使用，實機專案已驗證出真實缺陷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・開發至今 14 天、45 次提交、3,603 行程式碼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・請求：指定 1〜2 個試行專案，由該專案負責人補齊規則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・請求：核配一組共用模型端點（CCR）供團隊連線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為什麼韌體特別需要這件事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缺陷的發現點離寫錯的地方很遠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DMA 搬到過期資料、W1C 一次清掉別人的旗標，這些問題在編譯階段完全合法，通常要等到板子上出現偶發異常才被察覺，重現成本極高。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通用 AI 工具不知道你的 SoC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「D-cache 是 write-back」「STATUS 是 write-one-to-clear」「_isr 結尾的變數不算共享」—— 這些是專案知識，不在任何模型的訓練資料裡。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人工 code review 會漏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右側是實際案例：一行被註解掉的 return，通過了 code review，在主線存活 7 個月。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27632"/>
            <a:ext cx="5230368" cy="411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實際案例：phal_sys.c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286000"/>
            <a:ext cx="468172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432304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633"/>
                </a:solidFill>
                <a:latin typeface="Consolas"/>
              </a:rPr>
              <a:t>U32 phal_sys_get_all_gpio_input_value(void)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{    ...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D18616"/>
                </a:solidFill>
                <a:latin typeface="Consolas"/>
              </a:rPr>
              <a:t>    //return ulInput;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703320"/>
            <a:ext cx="4681728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・宣告回傳 U32，卻沒有任何 return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・整個 GPIO 讀取迴圈會被編譯器整段優化掉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・呼叫端拿到的是暫存器殘值 —— 所有依賴 GPIO 輸入的判斷都建立在錯誤資料上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・git blame：7 個月前提交，至今仍在主線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運作方式：六個步驟，全自動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存檔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偵測 .c / .h / .s / .S
相對 git HEAD 無改動即跳過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525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4016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4016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8608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組上下文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解析專案內 #include
深度 2、上限 120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613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1104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套規則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依語言挑選 rules.yaml
組語另外注入 ABI 事實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701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08192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8192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4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模型審查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經 Claude Code Router
以 tool use 取回結構化結果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6789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0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80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過濾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依據引用不到實際識別字者
直接濾除，不顯示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3877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0236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0236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6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面板呈現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側欄列出意見
不畫錯誤紅線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40480"/>
            <a:ext cx="1106424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4164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三層節流：不會因為頻繁存檔就狂送請求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去抖動 1,000 ms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存檔後等 1 秒沒有新存檔才送出。打字期間幾乎不送任何請求。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合併重跑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同一檔案同時只跑一輪；期間進來的存檔合併成一次補跑，用最新內容。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7576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連續觸發時降級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連打期間只看改動的行，停下來後自動補做完整審查 —— 是延後，不是放棄。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差異化不在 AI，在規則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6877050" cy="37722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858000" cy="37531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實機畫面：.sensai/rules.yaml —— 規則以自然語言撰寫，隨專案進版控，git pull 即生效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6642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規則是團隊資產，不是工具的一部分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規則放在專案 repo，不隨擴充散布，也不會外流。人員異動時，硬體慣例留在版控裡。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不需要 DSL、不需要 AST matcher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判斷者是模型，規則直接用中文寫。一組正反範例對準確度的提升，遠大於把規則寫更長。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except 讓「不該報什麼」同案管理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誤報的修正方式是改規則，不是關掉工具 —— 規則會越用越準。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5010912"/>
            <a:ext cx="3904487" cy="89611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175504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目前 10 條規則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error 8 條 · warning 2 條 ｜ 另內建 2 組架構 ABI 事實（riscv32-andes-v5、armv7e-m）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每則意見都要說得出「為什麼」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B2633"/>
                </a:solidFill>
                <a:latin typeface="微軟正黑體"/>
              </a:rPr>
              <a:t>AI 最大的風險是講得頭頭是道但其實是錯的。sensAI 用結構強制模型交代清楚 —— 說不出具體失效情境的意見，模型自己就不會提。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395728"/>
            <a:ext cx="57150" cy="100584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觸發條件　—　什麼情況下會出事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「編譯器的控制流程走到函式結尾時…」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538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538728"/>
            <a:ext cx="57150" cy="1005840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85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後果　—　會造成什麼影響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「呼叫端拿到暫存器殘值，判斷建立在錯誤資料上」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81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681728"/>
            <a:ext cx="57150" cy="1005840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28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依據　—　引用檔案中實際存在的行號與識別字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「第 315 行 //return ulInput；第 306 行函式簽名」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395728"/>
            <a:ext cx="4224528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2606040"/>
            <a:ext cx="3657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三道防線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① 結構約束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欄位填不滿就提不出意見，「建議加強錯誤處理」這類正確但無用的話會自己消失。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② 事後過濾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依據引用不到檔案中真實存在的識別字者，直接濾除、不顯示。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③ 呈現方式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結果只進側欄，不畫編輯器紅線 —— 紅線是斷言，AI 給不起那個確定性。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實機畫面：存檔即審查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7608570" cy="4576552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7589520" cy="4557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23620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版面示意：以 src/panel.ts 的實際樣式重繪，意見內容取自 examples/uart_dma.c 檔尾列出的預期結果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2763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左：編輯器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行號、程式碼原封不動 —— 不覆寫、不自動修改。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右：sensAI 側欄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檔名、意見數、附帶 header 數、耗時、濾除數、產出時間，一行交代完。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每則意見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嚴重度、行號（可點擊跳轉）、命中的規則 id，再加觸發條件／後果／依據。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兩個按鈕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「釘選」把重要意見固定在頂部、跨重啟保留；「這是誤報」本機立即靜音並留下記錄供調規則。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實戰驗證：真實專案的真實缺陷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581531"/>
            <a:ext cx="7608570" cy="31384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91056"/>
            <a:ext cx="7589520" cy="3119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4892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實機畫面：ws_fw / ps5032 專案 phal_sys.c —— 存檔後自動審查，一則 error 命中第 315 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59105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59105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171907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21284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缺陷潛伏時間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git blame：7 months ago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77977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77977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290779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340156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從存檔到看見結果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附帶 18 個專案 header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96849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396849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3648" y="409651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 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459028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意見數（非洗版）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同次審查未產生任何誤報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30368"/>
            <a:ext cx="758952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7040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19DA4"/>
                </a:solidFill>
                <a:latin typeface="微軟正黑體"/>
              </a:rPr>
              <a:t>這個缺陷的意義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它不是艱深的時序問題，而是一行被註解掉的 return —— 編譯器只給警告、code review 沒攔下、在主線活了 7 個月。這正是「人會漏、工具該補」的位置。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資安與治理：原始碼不會亂跑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45920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2224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排除清單（never_send）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以 glob 指定機密路徑。受審檔案或它引用到的任何 header 命中，整次審查直接跳過，不外送任何內容。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9933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src/secure/**　**/crypto/**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9776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779776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稽核日誌（audit_log）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每次對外請求都寫一筆記錄，含結果。v0.5.1 起改為「送出即記錄」—— 失敗的請求也留痕，因為它同樣已經送出過原始碼。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1272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.sensai/sent.log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13632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913632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59936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端點自行掌握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模型端點由我方指定（Claude Code Router），可接內部或指定供應商；端點未啟動時靜默停用，不影響開發。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2611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sensai.endpoint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047488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047488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93792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規則不隨工具散布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規則留在專案 repo 或部門私有 rules repository，不打包進擴充、不上架 Marketplace。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53949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99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※ 未設定任何規則時，sensAI 只檢查語法與型別錯誤，不會做其他推論。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目前進度：已可使用，非概念驗證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14 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從構想到可用版本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2026/08/22 → 09/04　45 次提交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3,603 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TypeScript　19 個模組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另有 1,495 行測試程式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96 / 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自動化測試通過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涵蓋差異判定、上下文、過濾、節流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0848" y="1627632"/>
            <a:ext cx="256032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7084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755648"/>
            <a:ext cx="22494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2249424"/>
            <a:ext cx="22494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目前版本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已可安裝於 VS Code 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108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已完成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存檔自動審查（C 與組語）、手動審查指令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專案 header 自動解析與上下文預算控管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規則引擎、語言過濾、ABI 事實注入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三層節流、審查取消、結果保留不閃爍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釘選與筆記、誤報靜音與匯出報告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隱私排除清單與稽核日誌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已知限制（誠實揭露）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・多根工作區目前只讀取第一個資料夾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・組語巨集不展開；上下文不足時要求模型保守不報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・組語審查僅看單檔，抓不到跨檔的 C／組語簽章不一致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・只提供意見，不產生也不套用修補程式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・尚未累積足夠樣本計算「意見被實際修掉的比例」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目前已有的數據與出處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2633"/>
                </a:solidFill>
                <a:latin typeface="微軟正黑體"/>
              </a:rPr>
              <a:t>以下每個數字都可當場複查。現場使用數據（採納率、延遲分布、成本）要等導入後由稽核日誌自動累積 —— 今天還沒有。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21408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396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產品規模與品質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4323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963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程式碼規模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2576" y="24871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3,603 行 ／ 19 個模組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1" y="2505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wc -l src/*.ts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8072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測試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2576" y="27980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96 項，全數通過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9391" y="28163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npm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54096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1181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開發期間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2576" y="31089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14 天 ／ 45 次提交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1" y="31272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git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42900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目前版本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22576" y="3419856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1" y="343814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package.json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803904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822192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規則與知識庫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114800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1788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團隊規則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41696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10 條（error 8／warning 2）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1" y="41879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44897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架構 ABI 事實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44805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2 組（Andes V5／ARMv7E-M）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4988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src/abi.ts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64608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8828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運作參數（預設值）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1755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52395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存檔去抖動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52303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1,000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9391" y="52486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sensai.debounceMs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5504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上下文上限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22576" y="55412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120 KB ／ include 深度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9391" y="55595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sensai.includeDepth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54496" y="2121408"/>
            <a:ext cx="34290" cy="237744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21396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18616"/>
                </a:solidFill>
                <a:latin typeface="微軟正黑體"/>
              </a:rPr>
              <a:t>實際執行觀測（樣本數 n＝1）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54496" y="24323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963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單檔審查耗時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24871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59" y="2505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phal_sys.c 實機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28072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附帶 header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4" y="27980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18 個（上下文已截斷）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28163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同上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54496" y="3054096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82512" y="31181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產生意見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4" y="31089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 則 error，無誤報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59" y="31272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同上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82512" y="342900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命中缺陷潛伏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0144" y="3419856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7 個月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59" y="343814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git blame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54496" y="3858768"/>
            <a:ext cx="5376672" cy="1828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28816" y="4041648"/>
            <a:ext cx="48280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為什麼右欄只有一筆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稽核日誌（.sensai/sent.log）只在擴充於 VS Code 實際執行時才寫入，命令列工具不寫。目前僅有一次實機審查的觀測記錄。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導入後每次請求會自動記一筆，含 ts、file、outcome、headers、bytes、findings、dropped、durationMs —— 屆時右欄可由單點改為分布，覆蓋率、意見密度、過濾效果與成本也一併算得出來。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※ n＝1 的觀測不能拿來推論平均值。本頁左欄是可驗證的計數，右欄是單次觀測 —— 兩者的證據強度不同，報告時分開看。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如何驗證效益：量採納率，不量準確率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2633"/>
                </a:solidFill>
                <a:latin typeface="微軟正黑體"/>
              </a:rPr>
              <a:t>「準確率」需要知道程式碼裡到底有幾個 bug —— 那個答案永遠不存在，任何宣稱的準確率都是自己跟自己比。改量使用者用行動投票的結果。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5376672" cy="33101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2860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北極星指標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633472"/>
            <a:ext cx="48280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98064"/>
            <a:ext cx="4590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A43"/>
                </a:solidFill>
                <a:latin typeface="微軟正黑體"/>
              </a:rPr>
              <a:t>採納率　＝　被修掉的意見數　÷　提出的意見數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493008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為什麼可信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工程師真的動手改了那行程式碼才算採納。沒有人會為了配合 KPI 去改自己的韌體。</a:t>
            </a:r>
          </a:p>
          <a:p>
            <a:pPr>
              <a:spcBef>
                <a:spcPts val="90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怎麼判定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比對前後兩輪審查的意見識別碼：消失、且那行程式碼已變動即為已修正。全自動，使用者不必按任何按鈕。</a:t>
            </a:r>
          </a:p>
          <a:p>
            <a:pPr>
              <a:spcBef>
                <a:spcPts val="90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要補什麼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現有稽核日誌記的是「請求」，不是「意見的下場」。需新增一份意見記錄檔與匯出指令。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6" y="2103120"/>
            <a:ext cx="5376672" cy="3310128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22860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指標分層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28816" y="2670048"/>
            <a:ext cx="932688" cy="5669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834640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</a:rPr>
              <a:t>北極星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706624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採納率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唯一不需要 ground truth 的價值證明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3328416"/>
            <a:ext cx="932688" cy="566928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3493008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</a:rPr>
              <a:t>領先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364992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每週活躍人數、每人每週採納數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兩週就看得出趨勢，不必等三個月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8816" y="3986784"/>
            <a:ext cx="932688" cy="566928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4151376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</a:rPr>
              <a:t>落後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4023360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規則命中分布、反覆被否決的規則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指出該補哪一條 except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28816" y="4645152"/>
            <a:ext cx="932688" cy="566928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8816" y="480974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</a:rPr>
              <a:t>護欄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8" y="4681728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p95 延遲、每人每週誤報數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不准跌破的底線，不是要衝高的目標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559552"/>
            <a:ext cx="11064240" cy="621792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669280"/>
            <a:ext cx="10515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</a:rPr>
              <a:t>試行 4 週的報告格式：「n 則意見被實際修掉，其中 m 則是已合併進主線的既有缺陷」—— 比率是佐證，案例才是論點。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下一步與所需支援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633"/>
                </a:solidFill>
                <a:latin typeface="微軟正黑體"/>
              </a:rPr>
              <a:t>建議以一個專案小規模試行，用真實缺陷驗證效益，再決定是否推廣。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86000"/>
            <a:ext cx="3566160" cy="7315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1 階段　試行（4 週）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 1〜2 個專案導入，由專案負責人補齊該專案規則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・追蹤指標：意見被實際修掉的比例（而非準確率 —— 準確率沒有 ground truth）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・目標：每位使用者每週至少 1 則被採納的意見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7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7" y="2286000"/>
            <a:ext cx="3566160" cy="73152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2 階段　擴大（試行後評估）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・建立部門共用規則庫（private rules repository）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・把踩過的坑轉成規則，讓同一個錯不會被犯第二次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・評估是否納入 CI，於合併前先跑一次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6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6" y="2286000"/>
            <a:ext cx="3566160" cy="73152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8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所需支援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・核配一組共用模型端點（CCR）與額度，供團隊連線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・指定試行專案與該專案的規則維護人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・同意規則庫以部門私有 repository 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650992"/>
            <a:ext cx="11064240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7790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</a:rPr>
              <a:t>一句話：工具已經做好了，真正的價值在規則 —— 需要的是一個試行專案，把團隊踩過的坑寫下來。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